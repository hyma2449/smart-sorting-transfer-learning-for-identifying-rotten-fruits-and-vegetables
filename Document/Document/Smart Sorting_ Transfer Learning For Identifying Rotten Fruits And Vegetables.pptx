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smart-sorting-transfer-learning-for-identifying-rotten-fruits-and-vegetables" ContentType="image/smart-sorting-transfer-learning-for-identifying-rotten-fruits-and-vegetables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https://opengraph.githubassets.com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https://opengraph.githubassets.com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https://opengraph.githubassets.com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https://opengraph.githubassets.com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https://opengraph.githubassets.com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https://opengraph.githubassets.com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https://opengraph.githubassets.com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https://opengraph.githubassets.com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https://opengraph.githubassets.com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https://opengraph.githubassets.com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lidemake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smart-sorting-transfer-learning-for-identifying-rotten-fruits-and-vegetables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smart-sorting-transfer-learning-for-identifying-rotten-fruits-and-vegetables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smart-sorting-transfer-learning-for-identifying-rotten-fruits-and-vegetables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smart-sorting-transfer-learning-for-identifying-rotten-fruits-and-vegetables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smart-sorting-transfer-learning-for-identifying-rotten-fruits-and-vegetables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smart-sorting-transfer-learning-for-identifying-rotten-fruits-and-vegetables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smart-sorting-transfer-learning-for-identifying-rotten-fruits-and-vegetables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smart-sorting-transfer-learning-for-identifying-rotten-fruits-and-vegetables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smart-sorting-transfer-learning-for-identifying-rotten-fruits-and-vegetables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smart-sorting-transfer-learning-for-identifying-rotten-fruits-and-vegetables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Smart Sorting: Transfer Learning For Identifying Rotten Fruits And Vegetables</a:t>
            </a:r>
            <a:endParaRPr lang="en-US" sz="3000" dirty="0"/>
          </a:p>
        </p:txBody>
      </p:sp>
      <p:sp>
        <p:nvSpPr>
          <p:cNvPr id="3" name="Text 1">
            <a:hlinkClick r:id="rId1" tooltip=""/>
          </p:cNvPr>
          <p:cNvSpPr/>
          <p:nvPr/>
        </p:nvSpPr>
        <p:spPr>
          <a:xfrm>
            <a:off x="7315200" y="4572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0" u="sng" dirty="0">
                <a:solidFill>
                  <a:srgbClr val="357EC7"/>
                </a:solidFill>
                <a:latin typeface="Optima" pitchFamily="34" charset="0"/>
                <a:ea typeface="Optima" pitchFamily="34" charset="-122"/>
                <a:cs typeface="Optim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SlideMake.com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opengraph.githubassets.com/9edfebbccff92e767f8046c19046739cece4b621f9826947e700f3b21c646b3e/suradarohith/Smart-Sorting-Transfer-Learning-for-Identifying-Rotten-Fruits-and-Vegetab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Introduction to Smart Sorting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Smart sorting involves using advanced machine learning techniques to classify and segregate fruits and vegetables.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aims to improve efficiency, reduce waste, and ensure quality in the supply chain.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Transfer learning enhances these systems by leveraging pre-trained models for specific tasks like identifying rot.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opengraph.githubassets.com/9edfebbccff92e767f8046c19046739cece4b621f9826947e700f3b21c646b3e/suradarohith/Smart-Sorting-Transfer-Learning-for-Identifying-Rotten-Fruits-and-Vegetab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Importance of Identifying Rotten Produce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Detecting rotten fruits and vegetables early prevents the spread of decay and contamination.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Accurate sorting reduces financial losses for farmers, suppliers, and retailers.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Consumers benefit from higher quality produce and increased safety.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opengraph.githubassets.com/9edfebbccff92e767f8046c19046739cece4b621f9826947e700f3b21c646b3e/suradarohith/Smart-Sorting-Transfer-Learning-for-Identifying-Rotten-Fruits-and-Vegetab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Challenges in Visual Inspection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Variability in appearance due to different ripening stages, varieties, and environmental conditions complicates detection.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Traditional methods are labor-intensive, subjective, and often inconsistent.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Automated systems need to overcome these challenges to achieve reliable accuracy.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opengraph.githubassets.com/9edfebbccff92e767f8046c19046739cece4b621f9826947e700f3b21c646b3e/suradarohith/Smart-Sorting-Transfer-Learning-for-Identifying-Rotten-Fruits-and-Vegetab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Overview of Transfer Learning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Transfer learning involves adapting a pre-trained neural network to a new, related task.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significantly reduces training time and data requirements compared to training from scratch.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Common models used include CNN architectures like ResNet, VGG, and Inception.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opengraph.githubassets.com/9edfebbccff92e767f8046c19046739cece4b621f9826947e700f3b21c646b3e/suradarohith/Smart-Sorting-Transfer-Learning-for-Identifying-Rotten-Fruits-and-Vegetab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Dataset Collection and Preparation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High-quality images of both healthy and rotten produce are collected under diverse conditions.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Data augmentation techniques are applied to increase dataset variability and robustness.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Proper labeling and balancing of classes ensure effective training of transfer learning models.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opengraph.githubassets.com/9edfebbccff92e767f8046c19046739cece4b621f9826947e700f3b21c646b3e/suradarohith/Smart-Sorting-Transfer-Learning-for-Identifying-Rotten-Fruits-and-Vegetab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Model Architecture and Training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Pre-trained convolutional neural networks are fine-tuned on the collected dataset.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Transfer learning allows the model to learn specific features associated with rot while retaining general image features.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Training involves adjusting the last layers and optimizing hyperparameters for best performance.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opengraph.githubassets.com/3df5a85807e750c5fcd488a80591f97286be0549a7f8349c52caa27658c4dd40/ankekavya/Smart-Sorting-Transfer-Learning-for-Identifying-Rotten-Fruits-and-Vegetab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Evaluation Metrics and Results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Accuracy, precision, recall, and F1-score are used to evaluate model performance.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Confusion matrices help identify common misclassifications.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Results demonstrate high accuracy in distinguishing rotten from healthy produce, validating the approach.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opengraph.githubassets.com/6ea0b29237739a4156e8acd91e2556694ac1641c27bc8a53a51c794394a1b18e/KJahnavi-1/Smart-Sorting-Transfer-Learning-for-Identifying-Rotten-Fruits-and-Vegetab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Implementation in Smart Sorting Systems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trained models are integrated into conveyor belt systems with real-time image capturing.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Automated sorting machinery then segregates produce based on model predictions.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Feedback loops and continuous learning improve system accuracy over time.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opengraph.githubassets.com/6ea0b29237739a4156e8acd91e2556694ac1641c27bc8a53a51c794394a1b18e/KJahnavi-1/Smart-Sorting-Transfer-Learning-for-Identifying-Rotten-Fruits-and-Vegetab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Benefits and Future Directions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Smart sorting reduces waste, enhances food safety, and increases operational efficiency.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Future research may focus on multi-modal data, such as hyperspectral imaging or sensor data.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Developing portable and scalable solutions will expand application in various agricultural settings.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opengraph.githubassets.com/6ea0b29237739a4156e8acd91e2556694ac1641c27bc8a53a51c794394a1b18e/KJahnavi-1/Smart-Sorting-Transfer-Learning-for-Identifying-Rotten-Fruits-and-Vegetab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Transfer learning significantly advances the capability of automated rot detection in produce sorting.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Effective implementation can transform supply chain management and reduce food waste.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Ongoing innovations will further improve accuracy, speed, and scalability of smart sorting technologies.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Sorting: Transfer Learning For Identifying Rotten Fruits And Vegetables</dc:title>
  <dc:subject>Smart Sorting: Transfer Learning For Identifying Rotten Fruits And Vegetables</dc:subject>
  <dc:creator>SlideMake.com</dc:creator>
  <cp:lastModifiedBy>SlideMake.com</cp:lastModifiedBy>
  <cp:revision>1</cp:revision>
  <dcterms:created xsi:type="dcterms:W3CDTF">2026-02-14T12:35:36Z</dcterms:created>
  <dcterms:modified xsi:type="dcterms:W3CDTF">2026-02-14T12:35:36Z</dcterms:modified>
</cp:coreProperties>
</file>